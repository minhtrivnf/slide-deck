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78" r:id="rId4"/>
  </p:sldMasterIdLst>
  <p:notesMasterIdLst>
    <p:notesMasterId r:id="rId7"/>
  </p:notesMasterIdLst>
  <p:handoutMasterIdLst>
    <p:handoutMasterId r:id="rId8"/>
  </p:handoutMasterIdLst>
  <p:sldIdLst>
    <p:sldId id="1977" r:id="rId5"/>
    <p:sldId id="1628" r:id="rId6"/>
  </p:sldIdLst>
  <p:sldSz cx="9144000" cy="6858000" type="screen4x3"/>
  <p:notesSz cx="7315200" cy="9601200"/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C0504D"/>
    <a:srgbClr val="FFC000"/>
    <a:srgbClr val="F48153"/>
    <a:srgbClr val="4F81BD"/>
    <a:srgbClr val="E6EDF6"/>
    <a:srgbClr val="275791"/>
    <a:srgbClr val="404040"/>
    <a:srgbClr val="FFFFCC"/>
    <a:srgbClr val="803D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7" autoAdjust="0"/>
    <p:restoredTop sz="94377" autoAdjust="0"/>
  </p:normalViewPr>
  <p:slideViewPr>
    <p:cSldViewPr snapToGrid="0">
      <p:cViewPr varScale="1">
        <p:scale>
          <a:sx n="113" d="100"/>
          <a:sy n="113" d="100"/>
        </p:scale>
        <p:origin x="2176" y="4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-321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170717" cy="48059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2776" y="1"/>
            <a:ext cx="3170717" cy="48059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DC5076-C0D7-4AF2-9063-F1C0BF846D6E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603"/>
            <a:ext cx="3170717" cy="48059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2776" y="9120603"/>
            <a:ext cx="3170717" cy="48059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60DAB6-898C-4C02-A73E-0E0DF3713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4583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4"/>
            <a:ext cx="3169920" cy="48172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91" y="4"/>
            <a:ext cx="3169920" cy="48172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03761DBF-6FEA-498D-A646-2CD9AE270865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81"/>
            <a:ext cx="5852160" cy="3780473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119474"/>
            <a:ext cx="3169920" cy="48172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91" y="9119474"/>
            <a:ext cx="3169920" cy="48172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32E8A083-D066-4100-8956-8C85C40E5E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354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764021" y="4710779"/>
            <a:ext cx="6105219" cy="4461858"/>
          </a:xfrm>
          <a:prstGeom prst="rect">
            <a:avLst/>
          </a:prstGeom>
        </p:spPr>
        <p:txBody>
          <a:bodyPr/>
          <a:lstStyle/>
          <a:p>
            <a:endParaRPr lang="en-US">
              <a:latin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835839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E8A083-D066-4100-8956-8C85C40E5EF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788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o not remove" hidden="1">
            <a:extLst>
              <a:ext uri="{FF2B5EF4-FFF2-40B4-BE49-F238E27FC236}">
                <a16:creationId xmlns:a16="http://schemas.microsoft.com/office/drawing/2014/main" id="{5F481E45-94B7-4BE5-B523-3D8A8EA66AB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2F8F04-D4E8-44C1-B953-9C283C34831B}"/>
              </a:ext>
            </a:extLst>
          </p:cNvPr>
          <p:cNvSpPr/>
          <p:nvPr userDrawn="1"/>
        </p:nvSpPr>
        <p:spPr>
          <a:xfrm>
            <a:off x="816864" y="6299732"/>
            <a:ext cx="8327136" cy="55826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73F16A-ECD4-43F3-ADDB-1745C2A9B763}"/>
              </a:ext>
            </a:extLst>
          </p:cNvPr>
          <p:cNvSpPr/>
          <p:nvPr userDrawn="1"/>
        </p:nvSpPr>
        <p:spPr>
          <a:xfrm>
            <a:off x="3657600" y="6545579"/>
            <a:ext cx="1674796" cy="28855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EE902D-1DA2-4FD2-ACE6-69BFCC10A4A3}"/>
              </a:ext>
            </a:extLst>
          </p:cNvPr>
          <p:cNvSpPr/>
          <p:nvPr userDrawn="1"/>
        </p:nvSpPr>
        <p:spPr>
          <a:xfrm>
            <a:off x="1" y="6304483"/>
            <a:ext cx="9144000" cy="16170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C01111-EE0A-4069-837E-2BD15A9A91B1}"/>
              </a:ext>
            </a:extLst>
          </p:cNvPr>
          <p:cNvSpPr/>
          <p:nvPr userDrawn="1"/>
        </p:nvSpPr>
        <p:spPr>
          <a:xfrm>
            <a:off x="1" y="671779"/>
            <a:ext cx="9144000" cy="16170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8104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>
            <a:extLst>
              <a:ext uri="{FF2B5EF4-FFF2-40B4-BE49-F238E27FC236}">
                <a16:creationId xmlns:a16="http://schemas.microsoft.com/office/drawing/2014/main" id="{8EBBC3EB-0869-418C-B246-16E5887C92D4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30F331-71AE-4039-B927-3FEC800FBDC9}"/>
              </a:ext>
            </a:extLst>
          </p:cNvPr>
          <p:cNvCxnSpPr/>
          <p:nvPr userDrawn="1"/>
        </p:nvCxnSpPr>
        <p:spPr>
          <a:xfrm>
            <a:off x="89075" y="6432694"/>
            <a:ext cx="8934580" cy="54"/>
          </a:xfrm>
          <a:prstGeom prst="line">
            <a:avLst/>
          </a:prstGeom>
          <a:ln w="15875">
            <a:gradFill flip="none" rotWithShape="1">
              <a:gsLst>
                <a:gs pos="0">
                  <a:srgbClr val="0081E2"/>
                </a:gs>
                <a:gs pos="25000">
                  <a:srgbClr val="21D6E0"/>
                </a:gs>
                <a:gs pos="75000">
                  <a:srgbClr val="0087E6"/>
                </a:gs>
                <a:gs pos="100000">
                  <a:srgbClr val="005CB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0221FD-E3B8-4CDA-AF40-CF1F109903C4}"/>
              </a:ext>
            </a:extLst>
          </p:cNvPr>
          <p:cNvCxnSpPr/>
          <p:nvPr userDrawn="1"/>
        </p:nvCxnSpPr>
        <p:spPr>
          <a:xfrm>
            <a:off x="89075" y="753936"/>
            <a:ext cx="8934580" cy="54"/>
          </a:xfrm>
          <a:prstGeom prst="line">
            <a:avLst/>
          </a:prstGeom>
          <a:ln w="15875">
            <a:gradFill flip="none" rotWithShape="1">
              <a:gsLst>
                <a:gs pos="0">
                  <a:srgbClr val="0081E2"/>
                </a:gs>
                <a:gs pos="25000">
                  <a:srgbClr val="21D6E0"/>
                </a:gs>
                <a:gs pos="75000">
                  <a:srgbClr val="0087E6"/>
                </a:gs>
                <a:gs pos="100000">
                  <a:srgbClr val="005CBF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CB37A10-E80C-4FAB-8B40-2E3F004F4A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74941" y="6516531"/>
            <a:ext cx="2133600" cy="25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C925-62A8-4F0C-A636-02F5BEC7D3B0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2" name="Title Placeholder 13">
            <a:extLst>
              <a:ext uri="{FF2B5EF4-FFF2-40B4-BE49-F238E27FC236}">
                <a16:creationId xmlns:a16="http://schemas.microsoft.com/office/drawing/2014/main" id="{81C910CD-7CA6-4489-A230-4C3C3EC4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76" y="0"/>
            <a:ext cx="8919466" cy="7537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000" i="0">
                <a:solidFill>
                  <a:srgbClr val="002060"/>
                </a:solidFill>
                <a:latin typeface="Montserrat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" name="Picture 2" descr="A close up of a logo&#10;&#10;Description automatically generated">
            <a:extLst>
              <a:ext uri="{FF2B5EF4-FFF2-40B4-BE49-F238E27FC236}">
                <a16:creationId xmlns:a16="http://schemas.microsoft.com/office/drawing/2014/main" id="{E11C3A2E-8D22-CF02-5433-9F2647FA94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075" y="6492780"/>
            <a:ext cx="634076" cy="309971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8B6522C-158A-420F-69D8-53C9DDA4FFC9}"/>
              </a:ext>
            </a:extLst>
          </p:cNvPr>
          <p:cNvSpPr txBox="1">
            <a:spLocks/>
          </p:cNvSpPr>
          <p:nvPr userDrawn="1"/>
        </p:nvSpPr>
        <p:spPr>
          <a:xfrm>
            <a:off x="6874941" y="6516531"/>
            <a:ext cx="2133600" cy="25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AA9C925-62A8-4F0C-A636-02F5BEC7D3B0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079DC-B545-CF14-9213-43135A3E9434}"/>
              </a:ext>
            </a:extLst>
          </p:cNvPr>
          <p:cNvSpPr txBox="1">
            <a:spLocks/>
          </p:cNvSpPr>
          <p:nvPr userDrawn="1"/>
        </p:nvSpPr>
        <p:spPr>
          <a:xfrm>
            <a:off x="3124200" y="6516531"/>
            <a:ext cx="2895600" cy="25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prstClr val="black">
                    <a:tint val="75000"/>
                  </a:prstClr>
                </a:solidFill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17778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5377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1" r:id="rId2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1800" b="1" i="1" kern="1200">
          <a:solidFill>
            <a:srgbClr val="002060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Arial" panose="020B060402020202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j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200" kern="1200">
          <a:solidFill>
            <a:schemeClr val="tx1"/>
          </a:solidFill>
          <a:latin typeface="+mj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100" kern="1200">
          <a:solidFill>
            <a:schemeClr val="tx1"/>
          </a:solidFill>
          <a:latin typeface="+mj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svg"/><Relationship Id="rId5" Type="http://schemas.openxmlformats.org/officeDocument/2006/relationships/image" Target="../media/image4.jpeg"/><Relationship Id="rId15" Type="http://schemas.microsoft.com/office/2007/relationships/hdphoto" Target="../media/hdphoto1.wdp"/><Relationship Id="rId10" Type="http://schemas.openxmlformats.org/officeDocument/2006/relationships/image" Target="../media/image9.svg"/><Relationship Id="rId4" Type="http://schemas.openxmlformats.org/officeDocument/2006/relationships/image" Target="../media/image3.jpe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F97A14-C8B2-8A3C-8541-B92D4D8BD26E}"/>
              </a:ext>
            </a:extLst>
          </p:cNvPr>
          <p:cNvSpPr/>
          <p:nvPr/>
        </p:nvSpPr>
        <p:spPr>
          <a:xfrm>
            <a:off x="-2" y="0"/>
            <a:ext cx="9144001" cy="6858000"/>
          </a:xfrm>
          <a:prstGeom prst="rect">
            <a:avLst/>
          </a:prstGeom>
          <a:blipFill dpi="0" rotWithShape="1">
            <a:blip r:embed="rId3">
              <a:alphaModFix amt="15000"/>
            </a:blip>
            <a:srcRect/>
            <a:stretch>
              <a:fillRect/>
            </a:stretch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3374BE-54C4-418F-9BC5-B43C87F741C6}"/>
              </a:ext>
            </a:extLst>
          </p:cNvPr>
          <p:cNvSpPr/>
          <p:nvPr/>
        </p:nvSpPr>
        <p:spPr>
          <a:xfrm>
            <a:off x="1" y="2194914"/>
            <a:ext cx="9144000" cy="1784419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2880" rtlCol="0" anchor="ctr"/>
          <a:lstStyle/>
          <a:p>
            <a:pPr marL="0" marR="0" lvl="0" indent="0" algn="ctr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vi-VN" sz="3200" b="1" i="0" u="none" strike="noStrike" kern="1200" cap="all" spc="0" normalizeH="0" baseline="0" noProof="0">
              <a:ln>
                <a:noFill/>
              </a:ln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479360C-277A-48EA-9735-CFEB2AD0BF0A}"/>
              </a:ext>
            </a:extLst>
          </p:cNvPr>
          <p:cNvSpPr/>
          <p:nvPr/>
        </p:nvSpPr>
        <p:spPr>
          <a:xfrm>
            <a:off x="576944" y="2724749"/>
            <a:ext cx="8224740" cy="927771"/>
          </a:xfrm>
          <a:prstGeom prst="roundRect">
            <a:avLst>
              <a:gd name="adj" fmla="val 8027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288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000" b="1" cap="all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[Slide Title]</a:t>
            </a:r>
            <a:endParaRPr kumimoji="0" lang="vi-VN" sz="4000" b="1" i="0" u="none" strike="noStrike" kern="1200" cap="all" spc="0" normalizeH="0" baseline="0" noProof="0" dirty="0">
              <a:ln>
                <a:noFill/>
              </a:ln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A1A6D-0AD0-164F-A0DF-CE5154B4A2DC}"/>
              </a:ext>
            </a:extLst>
          </p:cNvPr>
          <p:cNvSpPr txBox="1"/>
          <p:nvPr/>
        </p:nvSpPr>
        <p:spPr>
          <a:xfrm>
            <a:off x="959250" y="557013"/>
            <a:ext cx="1568536" cy="1189113"/>
          </a:xfrm>
          <a:prstGeom prst="roundRect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chemeClr val="bg1"/>
            </a:solidFill>
          </a:ln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96C0B7-31CD-2440-B8C6-8C28FC36198C}"/>
              </a:ext>
            </a:extLst>
          </p:cNvPr>
          <p:cNvSpPr txBox="1"/>
          <p:nvPr/>
        </p:nvSpPr>
        <p:spPr>
          <a:xfrm>
            <a:off x="4617092" y="522126"/>
            <a:ext cx="1568536" cy="1224000"/>
          </a:xfrm>
          <a:prstGeom prst="roundRect">
            <a:avLst/>
          </a:prstGeom>
          <a:blipFill dpi="0"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chemeClr val="bg1"/>
            </a:solidFill>
          </a:ln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9085AE-D650-C549-88E0-4D4C339403E7}"/>
              </a:ext>
            </a:extLst>
          </p:cNvPr>
          <p:cNvSpPr txBox="1"/>
          <p:nvPr/>
        </p:nvSpPr>
        <p:spPr>
          <a:xfrm>
            <a:off x="2788171" y="522126"/>
            <a:ext cx="1568536" cy="1189113"/>
          </a:xfrm>
          <a:prstGeom prst="roundRect">
            <a:avLst/>
          </a:prstGeom>
          <a:blipFill dpi="0"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chemeClr val="bg1"/>
            </a:solidFill>
          </a:ln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74CC2E-DC8A-1B49-911C-F449F9510C2C}"/>
              </a:ext>
            </a:extLst>
          </p:cNvPr>
          <p:cNvSpPr txBox="1"/>
          <p:nvPr/>
        </p:nvSpPr>
        <p:spPr>
          <a:xfrm>
            <a:off x="6481329" y="522126"/>
            <a:ext cx="1568536" cy="1224000"/>
          </a:xfrm>
          <a:prstGeom prst="roundRect">
            <a:avLst/>
          </a:prstGeom>
          <a:blipFill dpi="0"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chemeClr val="bg1"/>
            </a:solidFill>
          </a:ln>
        </p:spPr>
        <p:txBody>
          <a:bodyPr wrap="squar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411D70-C17A-6143-BF3E-09CAC6D67A33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5930" y="539716"/>
            <a:ext cx="855176" cy="122370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907C326-EE56-4377-8FD7-0E509EA9BC46}"/>
              </a:ext>
            </a:extLst>
          </p:cNvPr>
          <p:cNvSpPr txBox="1"/>
          <p:nvPr/>
        </p:nvSpPr>
        <p:spPr>
          <a:xfrm>
            <a:off x="3372252" y="4174002"/>
            <a:ext cx="5429432" cy="2002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087438" lvl="0" indent="-1087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1085850" algn="l"/>
              </a:tabLst>
              <a:defRPr/>
            </a:pPr>
            <a:r>
              <a:rPr kumimoji="0" lang="en-US" sz="1200" b="1" u="sng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ea typeface="SimSun" charset="0"/>
                <a:cs typeface="Calibri" panose="020F0502020204030204" pitchFamily="34" charset="0"/>
              </a:rPr>
              <a:t>REP. OFFICE</a:t>
            </a:r>
            <a:r>
              <a:rPr lang="en-US" sz="1200" b="1" u="sng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</a:rPr>
              <a:t>:</a:t>
            </a:r>
            <a:r>
              <a:rPr lang="en-US" sz="1200" b="1" i="1" dirty="0">
                <a:solidFill>
                  <a:srgbClr val="002060"/>
                </a:solidFill>
                <a:latin typeface="+mj-lt"/>
                <a:ea typeface="SimSun" charset="0"/>
                <a:cs typeface="Calibri" panose="020F0502020204030204" pitchFamily="34" charset="0"/>
              </a:rPr>
              <a:t> </a:t>
            </a:r>
            <a:r>
              <a:rPr lang="en-US" sz="1200" b="1" i="1" dirty="0">
                <a:solidFill>
                  <a:srgbClr val="4F81BD">
                    <a:lumMod val="50000"/>
                  </a:srgbClr>
                </a:solidFill>
                <a:latin typeface="+mj-lt"/>
                <a:ea typeface="SimSun" charset="0"/>
                <a:cs typeface="Calibri" panose="020F0502020204030204" pitchFamily="34" charset="0"/>
              </a:rPr>
              <a:t>	</a:t>
            </a:r>
            <a:r>
              <a:rPr lang="en-US" sz="1200" b="1" dirty="0">
                <a:latin typeface="+mj-lt"/>
              </a:rPr>
              <a:t>2A Phan Ke Binh, Tan Dinh Ward, Ho Chi Minh City, Viet Nam</a:t>
            </a:r>
          </a:p>
          <a:p>
            <a:pPr marL="1087438" lvl="0" indent="-1087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1085850" algn="l"/>
              </a:tabLst>
              <a:defRPr/>
            </a:pPr>
            <a:r>
              <a:rPr lang="en-US" sz="1200" b="1" u="sng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</a:rPr>
              <a:t>FACTORY 1:</a:t>
            </a:r>
            <a:r>
              <a:rPr lang="en-US" sz="1200" b="1" dirty="0">
                <a:solidFill>
                  <a:srgbClr val="4F81BD">
                    <a:lumMod val="50000"/>
                  </a:srgbClr>
                </a:solidFill>
                <a:ea typeface="SimSun" charset="0"/>
                <a:cs typeface="Calibri" panose="020F0502020204030204" pitchFamily="34" charset="0"/>
              </a:rPr>
              <a:t>	</a:t>
            </a:r>
            <a:r>
              <a:rPr lang="en-US" sz="1200" b="1" dirty="0">
                <a:solidFill>
                  <a:prstClr val="black"/>
                </a:solidFill>
                <a:latin typeface="+mj-lt"/>
                <a:ea typeface="SimSun" charset="0"/>
              </a:rPr>
              <a:t>Hoa Trung Industrial Zone, Hoa Trung Hamlet, Luong The Tran Commune, Ca Mau Province, Viet Nam</a:t>
            </a:r>
          </a:p>
          <a:p>
            <a:pPr marL="1087438" lvl="0" indent="-1087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1085850" algn="l"/>
              </a:tabLst>
              <a:defRPr/>
            </a:pPr>
            <a:r>
              <a:rPr lang="en-US" sz="1200" b="1" u="sng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</a:rPr>
              <a:t>FACTORY 2:</a:t>
            </a:r>
            <a:r>
              <a:rPr lang="en-US" sz="1200" b="1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</a:rPr>
              <a:t> </a:t>
            </a:r>
            <a:r>
              <a:rPr lang="en-US" sz="1200" b="1" dirty="0">
                <a:solidFill>
                  <a:srgbClr val="4F81BD">
                    <a:lumMod val="50000"/>
                  </a:srgbClr>
                </a:solidFill>
                <a:ea typeface="SimSun" charset="0"/>
                <a:cs typeface="Calibri" panose="020F0502020204030204" pitchFamily="34" charset="0"/>
              </a:rPr>
              <a:t>	</a:t>
            </a:r>
            <a:r>
              <a:rPr lang="en-US" sz="1200" b="1" dirty="0">
                <a:solidFill>
                  <a:prstClr val="black"/>
                </a:solidFill>
                <a:latin typeface="+mj-lt"/>
                <a:ea typeface="SimSun" charset="0"/>
              </a:rPr>
              <a:t>Song Hau Industrial Park, Chau Thanh Commune, Can Tho City, Viet Nam</a:t>
            </a:r>
            <a:endParaRPr lang="en-US" sz="1200" b="1" u="sng" dirty="0">
              <a:solidFill>
                <a:srgbClr val="002060"/>
              </a:solidFill>
              <a:latin typeface="+mj-lt"/>
              <a:ea typeface="SimSun" charset="0"/>
            </a:endParaRPr>
          </a:p>
          <a:p>
            <a:pPr marL="1087438" lvl="0" indent="-1087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1085850" algn="l"/>
              </a:tabLst>
              <a:defRPr/>
            </a:pPr>
            <a:r>
              <a:rPr lang="en-US" sz="1200" b="1" u="sng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  <a:sym typeface="Wingdings" panose="05000000000000000000" pitchFamily="2" charset="2"/>
              </a:rPr>
              <a:t>PHONE:</a:t>
            </a:r>
            <a:r>
              <a:rPr lang="en-US" sz="1200" b="1" dirty="0">
                <a:solidFill>
                  <a:prstClr val="black"/>
                </a:solidFill>
                <a:latin typeface="+mj-lt"/>
                <a:ea typeface="SimSun" charset="0"/>
                <a:sym typeface="Wingdings" panose="05000000000000000000" pitchFamily="2" charset="2"/>
              </a:rPr>
              <a:t>	(+84) 28 3911 2183</a:t>
            </a:r>
          </a:p>
          <a:p>
            <a:pPr marL="1087438" lvl="0" indent="-1087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1085850" algn="l"/>
              </a:tabLst>
              <a:defRPr/>
            </a:pPr>
            <a:r>
              <a:rPr lang="en-US" sz="1200" b="1" u="sng" dirty="0">
                <a:solidFill>
                  <a:srgbClr val="002060"/>
                </a:solidFill>
                <a:ea typeface="SimSun" charset="0"/>
                <a:cs typeface="Calibri" panose="020F0502020204030204" pitchFamily="34" charset="0"/>
                <a:sym typeface="Wingdings" panose="05000000000000000000" pitchFamily="2" charset="2"/>
              </a:rPr>
              <a:t>WEBSITE:</a:t>
            </a:r>
            <a:r>
              <a:rPr lang="en-US" sz="1200" b="1" dirty="0">
                <a:solidFill>
                  <a:prstClr val="black"/>
                </a:solidFill>
                <a:latin typeface="+mj-lt"/>
                <a:ea typeface="SimSun" charset="0"/>
                <a:sym typeface="Wingdings" panose="05000000000000000000" pitchFamily="2" charset="2"/>
              </a:rPr>
              <a:t>	www.vnfoods.vn</a:t>
            </a:r>
          </a:p>
        </p:txBody>
      </p:sp>
      <p:pic>
        <p:nvPicPr>
          <p:cNvPr id="8" name="Graphic 7" descr="Factory">
            <a:extLst>
              <a:ext uri="{FF2B5EF4-FFF2-40B4-BE49-F238E27FC236}">
                <a16:creationId xmlns:a16="http://schemas.microsoft.com/office/drawing/2014/main" id="{F1701C2C-FCA9-4613-B397-D9944D2F31BC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33379" y="5000256"/>
            <a:ext cx="274320" cy="274320"/>
          </a:xfrm>
          <a:prstGeom prst="rect">
            <a:avLst/>
          </a:prstGeom>
        </p:spPr>
      </p:pic>
      <p:pic>
        <p:nvPicPr>
          <p:cNvPr id="12" name="Graphic 11" descr="Schoolhouse">
            <a:extLst>
              <a:ext uri="{FF2B5EF4-FFF2-40B4-BE49-F238E27FC236}">
                <a16:creationId xmlns:a16="http://schemas.microsoft.com/office/drawing/2014/main" id="{E8028E59-1986-430F-AA8F-B697B2D96C5B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41666" y="4211426"/>
            <a:ext cx="274320" cy="274320"/>
          </a:xfrm>
          <a:prstGeom prst="rect">
            <a:avLst/>
          </a:prstGeom>
        </p:spPr>
      </p:pic>
      <p:pic>
        <p:nvPicPr>
          <p:cNvPr id="15" name="Graphic 14" descr="Telephone">
            <a:extLst>
              <a:ext uri="{FF2B5EF4-FFF2-40B4-BE49-F238E27FC236}">
                <a16:creationId xmlns:a16="http://schemas.microsoft.com/office/drawing/2014/main" id="{C94010AA-490E-48EA-8539-85E8F074CAF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35537" y="5584913"/>
            <a:ext cx="274320" cy="274320"/>
          </a:xfrm>
          <a:prstGeom prst="rect">
            <a:avLst/>
          </a:prstGeom>
        </p:spPr>
      </p:pic>
      <p:pic>
        <p:nvPicPr>
          <p:cNvPr id="18" name="Graphic 17" descr="World">
            <a:extLst>
              <a:ext uri="{FF2B5EF4-FFF2-40B4-BE49-F238E27FC236}">
                <a16:creationId xmlns:a16="http://schemas.microsoft.com/office/drawing/2014/main" id="{57314E18-8B55-4E84-9F14-1C24B3FEA1D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33379" y="5871023"/>
            <a:ext cx="274320" cy="274320"/>
          </a:xfrm>
          <a:prstGeom prst="rect">
            <a:avLst/>
          </a:prstGeom>
        </p:spPr>
      </p:pic>
      <p:pic>
        <p:nvPicPr>
          <p:cNvPr id="26" name="Graphic 25" descr="Factory">
            <a:extLst>
              <a:ext uri="{FF2B5EF4-FFF2-40B4-BE49-F238E27FC236}">
                <a16:creationId xmlns:a16="http://schemas.microsoft.com/office/drawing/2014/main" id="{C21120E8-CE7A-4DC7-8A10-CECA16AE2DB1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33379" y="4468795"/>
            <a:ext cx="274320" cy="2743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EB88A8-D077-4F05-A5AC-47944B6EB518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956" y="4749903"/>
            <a:ext cx="2189001" cy="108120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4575D57-F6A7-410B-B28B-E6AE47E9F3BE}"/>
              </a:ext>
            </a:extLst>
          </p:cNvPr>
          <p:cNvSpPr/>
          <p:nvPr/>
        </p:nvSpPr>
        <p:spPr>
          <a:xfrm>
            <a:off x="3933731" y="6516531"/>
            <a:ext cx="1276539" cy="252436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Confidential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2679C-E6DE-48ED-AA00-619B4E15E83B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saturation sat="200000"/>
                    </a14:imgEffect>
                    <a14:imgEffect>
                      <a14:brightnessContrast bright="5000" contrast="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4037" y="6110181"/>
            <a:ext cx="1906406" cy="7560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12163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5BBBB-735D-423D-8CA4-44631BD99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76" y="89032"/>
            <a:ext cx="8919466" cy="658023"/>
          </a:xfrm>
        </p:spPr>
        <p:txBody>
          <a:bodyPr>
            <a:normAutofit/>
          </a:bodyPr>
          <a:lstStyle/>
          <a:p>
            <a:r>
              <a:rPr lang="vi-VN" dirty="0"/>
              <a:t>[</a:t>
            </a:r>
            <a:r>
              <a:rPr lang="vi-VN" sz="2000" dirty="0">
                <a:latin typeface="Montserrat" pitchFamily="2" charset="77"/>
              </a:rPr>
              <a:t>Header]</a:t>
            </a:r>
            <a:endParaRPr lang="en-US" sz="2000" dirty="0">
              <a:latin typeface="Montserrat" pitchFamily="2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D03A3E-CC63-47D2-8092-3DABCD88B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74941" y="6516531"/>
            <a:ext cx="2133600" cy="252436"/>
          </a:xfrm>
        </p:spPr>
        <p:txBody>
          <a:bodyPr/>
          <a:lstStyle/>
          <a:p>
            <a:fld id="{3AA9C925-62A8-4F0C-A636-02F5BEC7D3B0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32683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19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 w="12700">
          <a:solidFill>
            <a:schemeClr val="tx1"/>
          </a:solidFill>
        </a:ln>
      </a:spPr>
      <a:bodyPr rtlCol="0" anchor="ctr"/>
      <a:lstStyle>
        <a:defPPr algn="ctr">
          <a:defRPr sz="11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8169476D4E494B950A59EBCB7A573C" ma:contentTypeVersion="19" ma:contentTypeDescription="Create a new document." ma:contentTypeScope="" ma:versionID="029978e329cdaafd2d145a8ff8cd7be5">
  <xsd:schema xmlns:xsd="http://www.w3.org/2001/XMLSchema" xmlns:xs="http://www.w3.org/2001/XMLSchema" xmlns:p="http://schemas.microsoft.com/office/2006/metadata/properties" xmlns:ns2="bd46642e-baf8-4e0b-90a8-08a61c43d436" xmlns:ns3="da89c8aa-bdf1-4272-829d-0bf2fbc1fefc" targetNamespace="http://schemas.microsoft.com/office/2006/metadata/properties" ma:root="true" ma:fieldsID="45975fc9e5c42f58d0005cd0e0642dc9" ns2:_="" ns3:_="">
    <xsd:import namespace="bd46642e-baf8-4e0b-90a8-08a61c43d436"/>
    <xsd:import namespace="da89c8aa-bdf1-4272-829d-0bf2fbc1fe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46642e-baf8-4e0b-90a8-08a61c43d4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19187416-f788-437a-8c7c-a113f37dc88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89c8aa-bdf1-4272-829d-0bf2fbc1fefc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eba7653-8b86-4d71-9290-79e61846c644}" ma:internalName="TaxCatchAll" ma:showField="CatchAllData" ma:web="da89c8aa-bdf1-4272-829d-0bf2fbc1fef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d46642e-baf8-4e0b-90a8-08a61c43d436">
      <Terms xmlns="http://schemas.microsoft.com/office/infopath/2007/PartnerControls"/>
    </lcf76f155ced4ddcb4097134ff3c332f>
    <TaxCatchAll xmlns="da89c8aa-bdf1-4272-829d-0bf2fbc1fef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064457-A99B-4F5A-8265-53D78F6EBD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46642e-baf8-4e0b-90a8-08a61c43d436"/>
    <ds:schemaRef ds:uri="da89c8aa-bdf1-4272-829d-0bf2fbc1fe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ED47698-1855-40F8-88F1-9046674C7C6F}">
  <ds:schemaRefs>
    <ds:schemaRef ds:uri="http://schemas.microsoft.com/office/2006/metadata/properties"/>
    <ds:schemaRef ds:uri="http://schemas.microsoft.com/office/infopath/2007/PartnerControls"/>
    <ds:schemaRef ds:uri="bd46642e-baf8-4e0b-90a8-08a61c43d436"/>
    <ds:schemaRef ds:uri="da89c8aa-bdf1-4272-829d-0bf2fbc1fefc"/>
  </ds:schemaRefs>
</ds:datastoreItem>
</file>

<file path=customXml/itemProps3.xml><?xml version="1.0" encoding="utf-8"?>
<ds:datastoreItem xmlns:ds="http://schemas.openxmlformats.org/officeDocument/2006/customXml" ds:itemID="{A168439B-1DAE-4F2B-934D-367C7A79D1E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91</Words>
  <Application>Microsoft Macintosh PowerPoint</Application>
  <PresentationFormat>On-screen Show (4:3)</PresentationFormat>
  <Paragraphs>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SimSun</vt:lpstr>
      <vt:lpstr>Arial</vt:lpstr>
      <vt:lpstr>Calibri</vt:lpstr>
      <vt:lpstr>Cambria</vt:lpstr>
      <vt:lpstr>Montserrat</vt:lpstr>
      <vt:lpstr>Office Theme</vt:lpstr>
      <vt:lpstr>PowerPoint Presentation</vt:lpstr>
      <vt:lpstr>[Header]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2020-07-24T09:46:03Z</dcterms:created>
  <dcterms:modified xsi:type="dcterms:W3CDTF">2026-04-23T06:25:57Z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0x010100DD8169476D4E494B950A59EBCB7A573C</vt:lpwstr>
  </property>
  <property fmtid="{D5CDD505-2E9C-101B-9397-08002B2CF9AE}" pid="3" name="MediaServiceImageTags">
    <vt:lpwstr/>
  </property>
</Properties>
</file>